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-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8378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5.png"/><Relationship Id="rId5" Type="http://schemas.openxmlformats.org/officeDocument/2006/relationships/image" Target="../media/image11.png"/><Relationship Id="rId10" Type="http://schemas.openxmlformats.org/officeDocument/2006/relationships/image" Target="../media/image14.png"/><Relationship Id="rId4" Type="http://schemas.openxmlformats.org/officeDocument/2006/relationships/image" Target="../media/image10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3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840480"/>
            <a:ext cx="3657600" cy="3657600"/>
          </a:xfrm>
          <a:prstGeom prst="ellipse">
            <a:avLst/>
          </a:prstGeom>
          <a:solidFill>
            <a:srgbClr val="0891B2">
              <a:alpha val="20000"/>
            </a:srgbClr>
          </a:solidFill>
          <a:ln/>
        </p:spPr>
      </p:sp>
      <p:pic>
        <p:nvPicPr>
          <p:cNvPr id="4" name="Image 0" descr="icons/boxOpen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7772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9202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Management System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1280160" y="27889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Small Businesses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402080" y="39624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platform to digitize stock, suppliers, and sales — with real-time low-stock alerts.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5806440"/>
            <a:ext cx="128016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5943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Siddhi Shinde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College of Arts, Science and Commerce, Ganeshkhind, Pune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</a:rPr>
              <a:t>Why small retailers need a digital system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675120" cy="4572000"/>
          </a:xfrm>
          <a:prstGeom prst="roundRect">
            <a:avLst>
              <a:gd name="adj" fmla="val 1600"/>
            </a:avLst>
          </a:prstGeom>
          <a:solidFill>
            <a:srgbClr val="F5F7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2880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retail shops and warehouses still track stock in notebooks or basic spreadsheets — a manual approach that quietly costs them money every day.</a:t>
            </a:r>
            <a:endParaRPr lang="en-US" sz="1450" dirty="0"/>
          </a:p>
        </p:txBody>
      </p:sp>
      <p:pic>
        <p:nvPicPr>
          <p:cNvPr id="6" name="Image 0" descr="icons/warning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8346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73405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Inventory Visibility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417320" y="3044952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can't see accurate, real-time stock levels.</a:t>
            </a:r>
            <a:endParaRPr lang="en-US" sz="1200" dirty="0"/>
          </a:p>
        </p:txBody>
      </p:sp>
      <p:pic>
        <p:nvPicPr>
          <p:cNvPr id="9" name="Image 1" descr="icons/boxOpen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65760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355701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Stockouts &amp; Overstocking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417320" y="3867912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Fast-sellers run out while slow movers tie up cash.</a:t>
            </a:r>
            <a:endParaRPr lang="en-US" sz="1200" dirty="0"/>
          </a:p>
        </p:txBody>
      </p:sp>
      <p:pic>
        <p:nvPicPr>
          <p:cNvPr id="12" name="Image 2" descr="icons/chartBar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480560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437997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Loss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1417320" y="4690872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reordering means missed customer demand.</a:t>
            </a:r>
            <a:endParaRPr lang="en-US" sz="1200" dirty="0"/>
          </a:p>
        </p:txBody>
      </p:sp>
      <p:pic>
        <p:nvPicPr>
          <p:cNvPr id="15" name="Image 3" descr="icons/listOl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303520"/>
            <a:ext cx="347472" cy="34747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17320" y="520293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Errors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1417320" y="5513832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entry causes mistakes in sales logs and records.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7498080" y="1554480"/>
            <a:ext cx="4114800" cy="4572000"/>
          </a:xfrm>
          <a:prstGeom prst="roundRect">
            <a:avLst>
              <a:gd name="adj" fmla="val 1778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9" name="Image 4" descr="icons/warning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0" y="1920240"/>
            <a:ext cx="548640" cy="5486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549640" y="1965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Issue</a:t>
            </a: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7863840" y="265176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real-time link between what's on the shelf and what the business owner sees.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7863840" y="3794760"/>
            <a:ext cx="338328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7863840" y="397764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retail stores, warehouses, pharmacies &amp; restaurants — the same problem ERPs like SAP and Zoho Inventory solve at enterprise scale.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 System  |  Siddhi Shinde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600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secure, web-based inventory system for small retailers to digitize stock, track products, manage suppliers, record sales automatically, and receive alerts when items are running low.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356616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35204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368503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4343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 Records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470916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notebooks &amp; spreadsheets with one source of truth.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43400" y="3200400"/>
            <a:ext cx="356616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35204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icons/cashRegist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3685032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4343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Sales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63440" y="470916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sale instantly updates stock — no manual recount.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8160" y="3200400"/>
            <a:ext cx="356616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58200" y="35204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icons/bell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2792" y="3685032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58200" y="4343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Alerts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458200" y="470916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are notified before a stockout happens, not after.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 System  |  Siddhi Shinde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Implemented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</a:rPr>
              <a:t>Core functionality delivered end-to-end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5F7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28216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6" name="Image 0" descr="icons/userShie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4708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3677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Auth (JWT)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371600" y="20116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has full control; Staff can only view/update stock.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97680" y="150876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5F7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98848" y="1728216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1" name="Image 1" descr="icons/boxOpe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184708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20640" y="163677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CRUD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120640" y="20116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edit, delete products with category, price &amp; threshold.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46720" y="150876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5F7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47888" y="1728216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6" name="Image 2" descr="icons/tru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0" y="184708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69680" y="163677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Management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869680" y="20116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supplier directory linked to products.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06324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5F7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3282696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21" name="Image 3" descr="icons/cashRegiste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401568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319125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Stock Deduction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1371600" y="35661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recorded sale reduces stock instantly.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97680" y="306324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5F7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98848" y="3282696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26" name="Image 4" descr="icons/bell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7720" y="3401568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20640" y="319125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Low-Stock Alerts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5120640" y="35661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badge + automated email via SMTP.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46720" y="306324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5F7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47888" y="3282696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31" name="Image 5" descr="icons/chartBar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760" y="3401568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69680" y="319125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Dashboard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869680" y="35661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&amp; line charts for top products and sales trends.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548640" y="461772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5F7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49808" y="4837176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36" name="Image 6" descr="icons/filePdf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8680" y="4956048"/>
            <a:ext cx="274320" cy="27432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371600" y="47457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CSV Reports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1371600" y="51206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inventory valuation reports.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4297680" y="461772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5F7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4498848" y="4837176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41" name="Image 7" descr="icons/search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17720" y="4956048"/>
            <a:ext cx="274320" cy="27432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120640" y="47457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Filters</a:t>
            </a:r>
            <a:endParaRPr lang="en-US" sz="1250" dirty="0"/>
          </a:p>
        </p:txBody>
      </p:sp>
      <p:sp>
        <p:nvSpPr>
          <p:cNvPr id="43" name="Text 33"/>
          <p:cNvSpPr/>
          <p:nvPr/>
        </p:nvSpPr>
        <p:spPr>
          <a:xfrm>
            <a:off x="5120640" y="51206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products instantly by name or category.</a:t>
            </a:r>
            <a:endParaRPr lang="en-US" sz="1050" dirty="0"/>
          </a:p>
        </p:txBody>
      </p:sp>
      <p:sp>
        <p:nvSpPr>
          <p:cNvPr id="44" name="Shape 34"/>
          <p:cNvSpPr/>
          <p:nvPr/>
        </p:nvSpPr>
        <p:spPr>
          <a:xfrm>
            <a:off x="8046720" y="461772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5F7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8247888" y="4837176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46" name="Image 8" descr="icons/invoice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66760" y="4956048"/>
            <a:ext cx="274320" cy="274320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8869680" y="47457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Generation</a:t>
            </a:r>
            <a:endParaRPr lang="en-US" sz="1250" dirty="0"/>
          </a:p>
        </p:txBody>
      </p:sp>
      <p:sp>
        <p:nvSpPr>
          <p:cNvPr id="48" name="Text 37"/>
          <p:cNvSpPr/>
          <p:nvPr/>
        </p:nvSpPr>
        <p:spPr>
          <a:xfrm>
            <a:off x="8869680" y="51206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PDF invoice for every sale.</a:t>
            </a:r>
            <a:endParaRPr lang="en-US" sz="1050" dirty="0"/>
          </a:p>
        </p:txBody>
      </p:sp>
      <p:sp>
        <p:nvSpPr>
          <p:cNvPr id="49" name="Text 3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 System  |  Siddhi Shinde</a:t>
            </a:r>
            <a:endParaRPr lang="en-US" sz="900" dirty="0"/>
          </a:p>
        </p:txBody>
      </p:sp>
      <p:sp>
        <p:nvSpPr>
          <p:cNvPr id="50" name="Text 3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</a:rPr>
              <a:t>The stack behind the system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icons/cod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288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4231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7889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Flask (REST API architecture)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297680" y="155448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icons/database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8288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0" y="24231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572000" y="27889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on Supabase, SQLAlchemy ORM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046720" y="155448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2" descr="icons/boxOpen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18288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21040" y="24231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8321040" y="27889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Bootstrap, Chart.js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7" name="Image 3" descr="icons/lock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06908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22960" y="4663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Security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822960" y="50292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PyJWT, bcrypt password hashing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297680" y="379476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1" name="Image 4" descr="icons/filePdf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406908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572000" y="4663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Email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4572000" y="50292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 (PDF/CSV), Flask-Mail (SMTP)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8046720" y="379476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5" name="Image 5" descr="icons/cloud_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1040" y="4069080"/>
            <a:ext cx="457200" cy="457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321040" y="4663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8321040" y="50292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(Web Service), GitHub version control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 System  |  Siddhi Shinde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</a:rPr>
              <a:t>From login to alert — how data flows through the system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5F7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5900" y="23317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s/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780" y="25146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148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32461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365760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logs in; role (Admin/Staff) is encoded in a secure HTTP-only JWT cookie.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172968" y="3520440"/>
            <a:ext cx="182880" cy="1828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Shape 8"/>
          <p:cNvSpPr/>
          <p:nvPr/>
        </p:nvSpPr>
        <p:spPr>
          <a:xfrm>
            <a:off x="3383280" y="201168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5F7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20540" y="23317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icons/chartBa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3420" y="25146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83280" y="2148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520440" y="32461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566160" y="365760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aggregates data; metrics render live via Chart.js.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007608" y="3520440"/>
            <a:ext cx="182880" cy="1828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8" name="Shape 14"/>
          <p:cNvSpPr/>
          <p:nvPr/>
        </p:nvSpPr>
        <p:spPr>
          <a:xfrm>
            <a:off x="6217920" y="201168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5F7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155180" y="23317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2" descr="icons/tru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8060" y="251460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17920" y="2148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355080" y="32461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400800" y="365760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adds products, sets thresholds, manages supplier directory.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8842248" y="3520440"/>
            <a:ext cx="182880" cy="1828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5" name="Shape 20"/>
          <p:cNvSpPr/>
          <p:nvPr/>
        </p:nvSpPr>
        <p:spPr>
          <a:xfrm>
            <a:off x="9052560" y="201168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5F7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989820" y="23317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3" descr="icons/envelop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2700" y="2514600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052560" y="2148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9189720" y="32461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&amp; Alert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9235440" y="365760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reduces stock; if below threshold, an SMTP email fires automatically.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 System  |  Siddhi Shinde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Screenshots — Dashboard &amp; Stock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93776" y="996696"/>
            <a:ext cx="5504688" cy="2944368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48640" y="3941064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254496" y="996696"/>
            <a:ext cx="5504688" cy="2944368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6309360" y="3941064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 &amp; Top Products Charts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93776" y="4471416"/>
            <a:ext cx="5504688" cy="2944368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6"/>
          <p:cNvSpPr/>
          <p:nvPr/>
        </p:nvSpPr>
        <p:spPr>
          <a:xfrm>
            <a:off x="548640" y="7415784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Stock Listing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6254496" y="4471416"/>
            <a:ext cx="5504688" cy="2944368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8"/>
          <p:cNvSpPr/>
          <p:nvPr/>
        </p:nvSpPr>
        <p:spPr>
          <a:xfrm>
            <a:off x="6309360" y="7415784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Product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35E4948-7575-2974-3819-B40F73D4E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996695"/>
            <a:ext cx="5504688" cy="292608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57BCC7A-FD96-4F31-480D-A17DC4C764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941832"/>
            <a:ext cx="5504688" cy="299923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D8036A2-5096-8771-4C74-3E1D57EEEE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" y="4471416"/>
            <a:ext cx="5504688" cy="294436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B19DDE9-FC7F-5AF9-F4B8-9A409D2EFA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497" y="4471416"/>
            <a:ext cx="5504688" cy="29443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Screenshots — Suppliers, Sales &amp; Reports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93776" y="996696"/>
            <a:ext cx="5504688" cy="2944368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48640" y="3941064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Directory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254496" y="996696"/>
            <a:ext cx="5504688" cy="2944368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6309360" y="3941064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Records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93776" y="4471416"/>
            <a:ext cx="5504688" cy="2944368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6"/>
          <p:cNvSpPr/>
          <p:nvPr/>
        </p:nvSpPr>
        <p:spPr>
          <a:xfrm>
            <a:off x="548640" y="7415784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Valuation Report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6254496" y="4471416"/>
            <a:ext cx="5504688" cy="2944368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8"/>
          <p:cNvSpPr/>
          <p:nvPr/>
        </p:nvSpPr>
        <p:spPr>
          <a:xfrm>
            <a:off x="6309360" y="7415784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Settings / User Management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5FEB317-58C5-1D14-5B49-5B468E14B6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996696"/>
            <a:ext cx="5504688" cy="292608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79021C7-FB43-4292-FB79-04F9785CEF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7" y="996696"/>
            <a:ext cx="5504687" cy="294436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B26788A-0EA4-FA0B-A695-346BFEB949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" y="4471416"/>
            <a:ext cx="5504688" cy="293522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47D3357-C16A-E185-3F8E-178BCB8634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497" y="4471416"/>
            <a:ext cx="5509655" cy="29352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FEF3E7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Image 0" descr="icons/warning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459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A5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Incident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68680" y="214884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.env file containing the live Supabase connection string and Gmail SMTP app password was accidentally committed and pushed to the public GitHub repository.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3520440"/>
            <a:ext cx="11064240" cy="2377440"/>
          </a:xfrm>
          <a:prstGeom prst="roundRect">
            <a:avLst>
              <a:gd name="adj" fmla="val 3077"/>
            </a:avLst>
          </a:prstGeom>
          <a:solidFill>
            <a:srgbClr val="E7F7F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1" descr="icons/lo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79476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68680" y="429768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.gitignore to permanently block variable files from being tracked.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Purged compromised history using an orphan branch pipeline (git checkout --orphan + forced push).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Regenerated all Supabase and Google credentials, achieving production-grade hardening.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 System  |  Siddhi Shinde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</a:rPr>
              <a:t>Skills gained through building this project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5F7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208483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74320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Data Flow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333756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experience connecting Flask to a remote PostgreSQL engine via SQLAlchemy ORM.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43400" y="160020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5F7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19202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icons/cashRegist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08483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274320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Workflows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63440" y="333756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Mastered atomic DB transactions, background email tasks, and dynamic PDF/CSV generation.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38160" y="160020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5F7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58200" y="19202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icons/gra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2792" y="2084832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274320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Habits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58200" y="333756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security practices, environment variable hygiene, and Role-Based Access Control.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 System  |  Siddhi Shinde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</a:rPr>
              <a:t>What's next on the roadmap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icons/search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78308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" y="22860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Scanner Integration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04672" y="27432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items via mobile camera to speed up stock entry.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251960" y="155448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icons/chartBar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7992" y="1783080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07992" y="22860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 (ML)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07992" y="27432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sales spikes and auto-suggest reorder quantities.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7955280" y="155448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2" descr="icons/truck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1312" y="178308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11312" y="22860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Multi-Location Support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8211312" y="27432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stock across multiple warehouses or branches.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48640" y="356616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7" name="Image 3" descr="icons/boxOpen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3794760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04672" y="42976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Mobile-Responsive PWA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804672" y="47548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app-like experience for on-the-go managers.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4251960" y="356616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1" name="Image 4" descr="icons/invoice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7992" y="3794760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507992" y="42976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Billing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4507992" y="47548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integration for direct customer invoicing &amp; payment.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 System  |  Siddhi Shinde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 System for Small Businesses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731520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icons/github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2900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329184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645920" y="361188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github.com/Siddhi-Shinde-dev/Inventory-Management-System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46634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Siddhi Shinde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College of Arts, Science and Commerce, Ganeshkhind, Pune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813</Words>
  <Application>Microsoft Office PowerPoint</Application>
  <PresentationFormat>Widescreen</PresentationFormat>
  <Paragraphs>148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Inventory Management System for Small Businesses</dc:title>
  <dc:subject>PptxGenJS Presentation</dc:subject>
  <dc:creator>Siddhi Shinde</dc:creator>
  <cp:lastModifiedBy>shindesiddhi2006@outlook.com</cp:lastModifiedBy>
  <cp:revision>2</cp:revision>
  <dcterms:created xsi:type="dcterms:W3CDTF">2026-07-03T15:24:10Z</dcterms:created>
  <dcterms:modified xsi:type="dcterms:W3CDTF">2026-07-09T08:56:29Z</dcterms:modified>
</cp:coreProperties>
</file>